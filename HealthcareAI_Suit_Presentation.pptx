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HealthcareAI_Suit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Developed by Anupriya R</a:t>
            </a:r>
          </a:p>
          <a:p>
            <a:r>
              <a:t>Technologies: Python, Streamlit, HuggingFace, FastAPI, Pyngrok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HealthcareAI_Suit is an AI-powered healthcare assistant designed to answer questions about symptoms, diseases, and treatments. It uses Natural Language Processing (NLP) models to provide reliable medical insights, encouraging users to consult healthcare professionals.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Provide AI-based answers to health-related queries.</a:t>
            </a:r>
          </a:p>
          <a:p>
            <a:r>
              <a:t>- Deliver insights on symptoms, diseases, and treatments.</a:t>
            </a:r>
          </a:p>
          <a:p>
            <a:r>
              <a:t>- Integrate chatbot, translation, and sentiment analysis features.</a:t>
            </a:r>
          </a:p>
          <a:p>
            <a:r>
              <a:t>- Ensure privacy and ethical AI usage in healthcare.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 – for the frontend UI</a:t>
            </a:r>
          </a:p>
          <a:p>
            <a:r>
              <a:t>• HuggingFace Transformers – for NLP models (BERT)</a:t>
            </a:r>
          </a:p>
          <a:p>
            <a:r>
              <a:t>• FastAPI – for backend API integration</a:t>
            </a:r>
          </a:p>
          <a:p>
            <a:r>
              <a:t>• Pyngrok – for local hosting and tunneling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consists of three key layers:</a:t>
            </a:r>
          </a:p>
          <a:p/>
          <a:p>
            <a:r>
              <a:t>1. User Interface (Streamlit)</a:t>
            </a:r>
          </a:p>
          <a:p>
            <a:r>
              <a:t>2. Backend Processing (FastAPI)</a:t>
            </a:r>
          </a:p>
          <a:p>
            <a:r>
              <a:t>3. NLP Model Layer (HuggingFace Transformers)</a:t>
            </a:r>
          </a:p>
          <a:p/>
          <a:p>
            <a:r>
              <a:t>The app connects these components to process user input, analyze it using pre-trained models, and return intelligent health-related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AI-powered healthcare chatbot</a:t>
            </a:r>
          </a:p>
          <a:p>
            <a:r>
              <a:t>- Real-time disease and symptom insights</a:t>
            </a:r>
          </a:p>
          <a:p>
            <a:r>
              <a:t>- Multilingual translation support</a:t>
            </a:r>
          </a:p>
          <a:p>
            <a:r>
              <a:t>- Sentiment-based response adaptation</a:t>
            </a:r>
          </a:p>
          <a:p>
            <a:r>
              <a:t>- Streamlit-based intuitive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inputs a query about symptoms or diseases.</a:t>
            </a:r>
          </a:p>
          <a:p>
            <a:r>
              <a:t>2. The query is sent to the FastAPI backend.</a:t>
            </a:r>
          </a:p>
          <a:p>
            <a:r>
              <a:t>3. The HuggingFace model processes the input.</a:t>
            </a:r>
          </a:p>
          <a:p>
            <a:r>
              <a:t>4. The response is displayed on Streamlit with medical suggestions.</a:t>
            </a:r>
          </a:p>
          <a:p>
            <a:r>
              <a:t>5. Users are advised to consult doctors for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chatbot effectively identifies diseases based on symptoms.</a:t>
            </a:r>
          </a:p>
          <a:p>
            <a:r>
              <a:t>• Provides educational information about treatments.</a:t>
            </a:r>
          </a:p>
          <a:p>
            <a:r>
              <a:t>• Integrates well with translation and sentiment analysis tools.</a:t>
            </a:r>
          </a:p>
          <a:p>
            <a:r>
              <a:t>• Demonstrates potential in AI-driven health assistance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personalized health tracking and recommendations.</a:t>
            </a:r>
          </a:p>
          <a:p>
            <a:r>
              <a:t>• Integrate with wearable devices for real-time data.</a:t>
            </a:r>
          </a:p>
          <a:p>
            <a:r>
              <a:t>• Expand medical datasets for improved accuracy.</a:t>
            </a:r>
          </a:p>
          <a:p>
            <a:r>
              <a:t>• Develop a mobile version of the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HealthcareAI_Suit showcases the integration of AI and healthcare through NLP.</a:t>
            </a:r>
          </a:p>
          <a:p>
            <a:r>
              <a:t>It provides a foundation for intelligent health guidance while maintaining ethical boundaries.</a:t>
            </a:r>
          </a:p>
          <a:p/>
          <a:p>
            <a:r>
              <a:t>Developed by: Anupriya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